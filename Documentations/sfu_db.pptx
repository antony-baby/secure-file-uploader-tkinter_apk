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0144E-976D-44F2-98C7-F2FBEF02C68D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7891-3E53-4FF6-BFA0-14C63551E0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27891-3E53-4FF6-BFA0-14C63551E0B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33E79-3FF0-4D20-BC61-A9D0BE58B444}" type="datetimeFigureOut">
              <a:rPr lang="en-US" smtClean="0"/>
              <a:pPr/>
              <a:t>18-Jun-22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6034-214D-41E0-BF31-764A0D536C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685800"/>
          <a:ext cx="2133600" cy="2103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6800"/>
                <a:gridCol w="1066800"/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Type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Emp_Id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Int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Emp_Name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(50)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Emp_Email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(50)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Emp_Level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(4)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76600" y="3810000"/>
          <a:ext cx="2057400" cy="2103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28700"/>
                <a:gridCol w="1028700"/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Type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DL_name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(10)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DL_Email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(4)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46542" y="733865"/>
          <a:ext cx="2362200" cy="25237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81100"/>
                <a:gridCol w="1181100"/>
              </a:tblGrid>
              <a:tr h="42062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Type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Doc_Name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(30)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User_email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(50)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Key_val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(50)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Tocken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(10)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DL_Name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Varchar</a:t>
                      </a:r>
                      <a:r>
                        <a:rPr lang="en-US" sz="1400" dirty="0" smtClean="0"/>
                        <a:t>(10)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76600" y="3429000"/>
            <a:ext cx="2057400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Sfu_dis_list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28600"/>
            <a:ext cx="2057400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sfu_employees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304800"/>
            <a:ext cx="2057400" cy="33855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Sfu_references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42</Words>
  <Application>Microsoft Office PowerPoint</Application>
  <PresentationFormat>On-screen Show (4:3)</PresentationFormat>
  <Paragraphs>32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Antony baby</dc:creator>
  <cp:lastModifiedBy>Antony baby</cp:lastModifiedBy>
  <cp:revision>9</cp:revision>
  <dcterms:created xsi:type="dcterms:W3CDTF">2022-06-16T09:33:18Z</dcterms:created>
  <dcterms:modified xsi:type="dcterms:W3CDTF">2022-06-18T17:17:33Z</dcterms:modified>
</cp:coreProperties>
</file>